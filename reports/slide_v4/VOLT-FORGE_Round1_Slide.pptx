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only. Nothing has been built or measured.</a:t>
            </a:r>
          </a:p>
          <a:p/>
          <a:p>
            <a:r>
              <a:t>Result: Smallest qualifying design among the parallel arrangements tested. Recommended: 2 LG M50T cells with the output at the far cell. 33 of 33 required Pi cases passed, worst-case cell current 5.33 A against a 7.275 A limit.</a:t>
            </a:r>
          </a:p>
          <a:p>
            <a:r>
              <a:t>Limits: 2 of 62 mixed samples were refused at the 12 A stress test; all 62 passed at the Pi load. No link option won every case.</a:t>
            </a:r>
          </a:p>
          <a:p>
            <a:r>
              <a:t>Mission: 25 W from the Raspberry Pi 5 supply recommendation, an assumed 90% converter and an assumed 3.3 V floor give 8.42 A, held constant as an approximation. Run time and room temperature are assumptions.</a:t>
            </a:r>
          </a:p>
          <a:p>
            <a:r>
              <a:t>Real data: all 12 pre-declared comparison cases missed their bands. Sources: Chen et al. 2020 (LG M50, zenodo.4032561) and Piombo et al. 2024 test 28 (M50T, 10.17632/zh58byr53c.2).</a:t>
            </a:r>
          </a:p>
          <a:p>
            <a:r>
              <a:t>Not proven: the Geekworm X1206 V2.0 board running on two cells, a real Pi draw, or measured accuracy.</a:t>
            </a:r>
          </a:p>
          <a:p>
            <a:r>
              <a:t>Cost: cells only, Robu LG M50T Rs 1,206 including GST, listed out of stock, checked 30 Oct 2026. Excludes shipping and fabrication.</a:t>
            </a:r>
          </a:p>
          <a:p>
            <a:r>
              <a:t>Market: AISHE 2021-22. The price of Rs 50,000 a lab and 5% reach are assumptions, and counts do not show willingness to pay.</a:t>
            </a:r>
          </a:p>
          <a:p>
            <a:r>
              <a:t>Build cost: about Rs 35 crore over 3 years and 100.5 person-years for the full product vision. An estimate from sourced salary rates and assumed staffing, cross-checked with COCOMO II. See reports/build_cost_v1/BUILD_COST.md. AspenTech fiscal 2024 R&amp;D was US$206.1 million.</a:t>
            </a:r>
          </a:p>
          <a:p>
            <a:r>
              <a:t>KPIs: 42 of 4,006 study runs were refused because a cell would have exceeded 7.275 A. A 10-minute run of the 16-cell module took a median 3.07 s on Apple M1, 8 GB, Darwin.</a:t>
            </a:r>
          </a:p>
          <a:p>
            <a:r>
              <a:t>Screens: real designs in the app. The 16-cell and 12-cell modules are examples of what it can handle, not the recommended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4623106" y="1917655"/>
            <a:ext cx="2945788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2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14" y="898058"/>
            <a:ext cx="10515600" cy="1325563"/>
          </a:xfrm>
        </p:spPr>
        <p:txBody>
          <a:bodyPr/>
          <a:lstStyle/>
          <a:p>
            <a:r>
              <a:t>Test a battery before you build it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pic>
        <p:nvPicPr>
          <p:cNvPr id="8" name="VOLT-FORGE Round 1 slide" descr="VOLT-FORGE: the seven rubric criteria around the working app, showing a 16-cell circuit with a cell properties panel, and a comparison of two circuits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